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2E83-2F75-6E01-D3C0-0747BD6A8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7D853-3C70-E312-7E27-526006C94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6C7C-4DCB-2E02-9A68-40981695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100A5-CC35-607E-61A8-5179E682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7D72D-1BBE-4980-B0FA-5C6E3ACC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656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F09E1-5BDF-B59A-047E-C856E81A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222F7-B89D-96D9-4722-FC43476BF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F4819-6A4D-E6D7-AF62-7C964ABC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57B80-BB48-0570-D67C-468E3877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5CD62-4C80-F548-5517-162C99F0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4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F03B-0291-DCD0-FAA1-5A4E725DF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15B8F-BF49-B823-B15F-99898A2B2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69A66-1244-BD68-169B-8D366E39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CC20F-08EF-4497-7FFC-6A6C2B24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0175F-4035-33A5-3383-6AB44577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53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7686-4B6E-3355-6F5E-BE152954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34EEE-5D9D-BEB6-AE40-909A99332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E7805-07F9-CEBA-3660-6C57C8FA5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FBAC5-51CF-7CCA-E44F-513B41099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8D112-6C12-B42E-E12D-619E0F5A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9E7D8-C87E-11A6-846C-4917DDED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058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096E-2B2F-3133-40A9-9E7CEA89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59B86-23FA-5E3A-7AF4-4B9E71C39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DC53F-770D-7E25-776D-C15C46BFE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3EF74-79EA-8F29-1DEC-5941437EF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114F2-F855-EDD1-F7AD-7FD00A2A0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D306D-F2CE-211E-8790-03000BD8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A9779-7546-18A3-13B8-AA14C7483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0AEDAC-7865-5120-E380-2AC64FB5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2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B6C1-D7DF-8680-28A8-35225850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FD7FC-9626-A282-D8FE-F70E7908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944BA-32B2-3899-F39F-114EC552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5E6AA-E110-BFDD-7C65-9F93DA63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74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30ED6F-6E22-63C3-4883-3B867A14B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A221C-4186-5D28-2849-65D8D914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AFAC4-2324-A2E9-E10F-3D948E5F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70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CD47-19C9-1DED-1202-D96E62853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CB622-7B64-FCDD-0FEA-877EA2FAB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5B95F-5267-318F-AF9A-59A275C20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6833D-3D80-7DFE-C0BE-DC126E30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0FE23-9C63-64D3-C47E-CF0E9227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07159-3199-E2A2-18E8-ED58C09D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517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2F5D-E89B-6F72-61E5-C50FA0842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A288E-117A-7EEE-BB56-BFF74E2DB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120CB-5E4E-ED0A-F7BF-AA534BF00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9662A-0112-84BA-EA42-312C97AA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F5A72-B632-E246-93E5-61FBE256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846F7-329B-F097-B2BC-DD689EF9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9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B1C4-75CE-D55A-69B0-26FAE6AD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D220E-688E-9C1B-70D7-A6C52FB9F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DF75F-4B9F-EFCC-E006-BA2EA17B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427AF-5D1D-630E-609A-1EED6C5D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B4F9B-B43A-4911-3CE2-CE14B664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9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BDB4FF-72C4-ADFB-C1BD-F80DF633A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78AB4-0B0F-6657-D798-592615427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15355-D0DD-7D56-637F-7E5BB1FF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A1ED-D8C9-EF27-89DC-A36B9DC7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6206F-130C-1AC7-7B41-782A5DD7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3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947F3-8601-7EF6-B115-4B1826EC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61BCB-101A-989E-07CB-D130250A0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027C6-F8E3-3B47-BBD9-0A07EFC63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4F483-8920-4515-80F6-68BC7E867F6E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F2C9-1620-50B1-A275-25B055895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26FCA-E7F8-C223-9AFD-856974FAD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A1C8A-2FF6-4F36-8034-B69B69BE3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8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6B0F70-6D14-E0F6-1088-5847108118D5}"/>
              </a:ext>
            </a:extLst>
          </p:cNvPr>
          <p:cNvSpPr txBox="1"/>
          <p:nvPr/>
        </p:nvSpPr>
        <p:spPr>
          <a:xfrm>
            <a:off x="698091" y="491613"/>
            <a:ext cx="1044185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Stage 1: Data Collection</a:t>
            </a:r>
          </a:p>
          <a:p>
            <a:r>
              <a:rPr lang="en-IN" sz="3200" dirty="0"/>
              <a:t>Gather:</a:t>
            </a:r>
          </a:p>
          <a:p>
            <a:r>
              <a:rPr lang="en-IN" sz="3200" dirty="0"/>
              <a:t>User ID</a:t>
            </a:r>
            <a:br>
              <a:rPr lang="en-IN" sz="3200" dirty="0"/>
            </a:br>
            <a:r>
              <a:rPr lang="en-IN" sz="3200" dirty="0"/>
              <a:t>Movie ID</a:t>
            </a:r>
            <a:br>
              <a:rPr lang="en-IN" sz="3200" dirty="0"/>
            </a:br>
            <a:r>
              <a:rPr lang="en-IN" sz="3200" dirty="0"/>
              <a:t>Ratings</a:t>
            </a:r>
            <a:br>
              <a:rPr lang="en-IN" sz="3200" dirty="0"/>
            </a:br>
            <a:r>
              <a:rPr lang="en-IN" sz="3200" dirty="0"/>
              <a:t>Watch History</a:t>
            </a:r>
            <a:br>
              <a:rPr lang="en-IN" sz="3200" dirty="0"/>
            </a:br>
            <a:r>
              <a:rPr lang="en-IN" sz="3200" dirty="0"/>
              <a:t>Search History</a:t>
            </a:r>
          </a:p>
          <a:p>
            <a:r>
              <a:rPr lang="en-IN" sz="3200" dirty="0"/>
              <a:t>Example:</a:t>
            </a:r>
          </a:p>
          <a:p>
            <a:r>
              <a:rPr lang="en-IN" sz="3200" dirty="0"/>
              <a:t>User A → Avengers → Rating 5</a:t>
            </a:r>
            <a:br>
              <a:rPr lang="en-IN" sz="3200" dirty="0"/>
            </a:br>
            <a:r>
              <a:rPr lang="en-IN" sz="3200" dirty="0"/>
              <a:t>User B → Titanic → Rating 4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0280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D2BC5-287A-C452-85BE-72FAEAEACE55}"/>
              </a:ext>
            </a:extLst>
          </p:cNvPr>
          <p:cNvSpPr txBox="1"/>
          <p:nvPr/>
        </p:nvSpPr>
        <p:spPr>
          <a:xfrm>
            <a:off x="511277" y="294968"/>
            <a:ext cx="1110062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Stage 2: Data Preprocessing</a:t>
            </a:r>
          </a:p>
          <a:p>
            <a:r>
              <a:rPr lang="en-IN" sz="3200" dirty="0"/>
              <a:t>Tasks:</a:t>
            </a:r>
          </a:p>
          <a:p>
            <a:r>
              <a:rPr lang="en-IN" sz="3200" dirty="0"/>
              <a:t>Remove missing values</a:t>
            </a:r>
            <a:br>
              <a:rPr lang="en-IN" sz="3200" dirty="0"/>
            </a:br>
            <a:r>
              <a:rPr lang="en-IN" sz="3200" dirty="0"/>
              <a:t>Remove duplicates</a:t>
            </a:r>
            <a:br>
              <a:rPr lang="en-IN" sz="3200" dirty="0"/>
            </a:br>
            <a:r>
              <a:rPr lang="en-IN" sz="3200" dirty="0"/>
              <a:t>Encode movie names</a:t>
            </a:r>
            <a:br>
              <a:rPr lang="en-IN" sz="3200" dirty="0"/>
            </a:br>
            <a:r>
              <a:rPr lang="en-IN" sz="3200" dirty="0"/>
              <a:t>Normalize ratings</a:t>
            </a:r>
            <a:br>
              <a:rPr lang="en-IN" sz="3200" dirty="0"/>
            </a:br>
            <a:r>
              <a:rPr lang="en-IN" sz="3200" dirty="0"/>
              <a:t>Split dataset</a:t>
            </a:r>
          </a:p>
          <a:p>
            <a:r>
              <a:rPr lang="en-IN" sz="3200" dirty="0"/>
              <a:t>Output:</a:t>
            </a:r>
          </a:p>
          <a:p>
            <a:r>
              <a:rPr lang="en-IN" sz="3200" dirty="0"/>
              <a:t>Clean Dataset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15153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5E29-099C-1147-97B5-19F2E85C1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E6045-6F5C-87A1-F466-D564EA974441}"/>
              </a:ext>
            </a:extLst>
          </p:cNvPr>
          <p:cNvSpPr txBox="1"/>
          <p:nvPr/>
        </p:nvSpPr>
        <p:spPr>
          <a:xfrm>
            <a:off x="511277" y="265471"/>
            <a:ext cx="114250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Stage 3: Model Building</a:t>
            </a:r>
          </a:p>
          <a:p>
            <a:r>
              <a:rPr lang="en-IN" sz="3200" dirty="0"/>
              <a:t>Choose:</a:t>
            </a:r>
          </a:p>
          <a:p>
            <a:r>
              <a:rPr lang="en-IN" sz="3200" dirty="0"/>
              <a:t>Neural Collaborative Filtering</a:t>
            </a:r>
          </a:p>
          <a:p>
            <a:r>
              <a:rPr lang="en-IN" sz="3200" dirty="0"/>
              <a:t>Inputs:</a:t>
            </a:r>
          </a:p>
          <a:p>
            <a:r>
              <a:rPr lang="en-IN" sz="3200" dirty="0"/>
              <a:t>User Features</a:t>
            </a:r>
            <a:br>
              <a:rPr lang="en-IN" sz="3200" dirty="0"/>
            </a:br>
            <a:r>
              <a:rPr lang="en-IN" sz="3200" dirty="0"/>
              <a:t>Movie Features</a:t>
            </a:r>
          </a:p>
          <a:p>
            <a:r>
              <a:rPr lang="en-IN" sz="3200" dirty="0"/>
              <a:t>Output:</a:t>
            </a:r>
          </a:p>
          <a:p>
            <a:r>
              <a:rPr lang="en-IN" sz="3200" dirty="0"/>
              <a:t>Predicted Rating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6636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EC6D2-83E5-74EC-4987-AD55850B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53FD7-74C5-4954-7BD8-6B9659D4193A}"/>
              </a:ext>
            </a:extLst>
          </p:cNvPr>
          <p:cNvSpPr txBox="1"/>
          <p:nvPr/>
        </p:nvSpPr>
        <p:spPr>
          <a:xfrm>
            <a:off x="393291" y="206477"/>
            <a:ext cx="1106129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Stage 4: Training</a:t>
            </a:r>
          </a:p>
          <a:p>
            <a:r>
              <a:rPr lang="en-IN" sz="2400" dirty="0"/>
              <a:t>Process:</a:t>
            </a:r>
          </a:p>
          <a:p>
            <a:r>
              <a:rPr lang="en-IN" sz="2400" dirty="0"/>
              <a:t>Input Data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Prediction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Loss Calculation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Backpropagation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Weight Update</a:t>
            </a:r>
          </a:p>
          <a:p>
            <a:r>
              <a:rPr lang="en-IN" sz="2400" dirty="0"/>
              <a:t>Repeat:</a:t>
            </a:r>
          </a:p>
          <a:p>
            <a:r>
              <a:rPr lang="en-IN" sz="2400" dirty="0"/>
              <a:t>100 Epochs</a:t>
            </a:r>
          </a:p>
          <a:p>
            <a:r>
              <a:rPr lang="en-IN" sz="2400" dirty="0"/>
              <a:t>or</a:t>
            </a:r>
          </a:p>
          <a:p>
            <a:r>
              <a:rPr lang="en-IN" sz="2400" dirty="0"/>
              <a:t>Until loss stops decreasing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122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1B52E6-67B4-F38D-E459-1044488309A0}"/>
              </a:ext>
            </a:extLst>
          </p:cNvPr>
          <p:cNvSpPr txBox="1"/>
          <p:nvPr/>
        </p:nvSpPr>
        <p:spPr>
          <a:xfrm>
            <a:off x="580103" y="285135"/>
            <a:ext cx="109138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Stage 5: Evaluation</a:t>
            </a:r>
          </a:p>
          <a:p>
            <a:r>
              <a:rPr lang="en-IN" sz="3200" dirty="0"/>
              <a:t>Check:</a:t>
            </a:r>
          </a:p>
          <a:p>
            <a:r>
              <a:rPr lang="en-IN" sz="3200" dirty="0"/>
              <a:t>Accuracy</a:t>
            </a:r>
            <a:br>
              <a:rPr lang="en-IN" sz="3200" dirty="0"/>
            </a:br>
            <a:r>
              <a:rPr lang="en-IN" sz="3200" dirty="0"/>
              <a:t>Precision</a:t>
            </a:r>
            <a:br>
              <a:rPr lang="en-IN" sz="3200" dirty="0"/>
            </a:br>
            <a:r>
              <a:rPr lang="en-IN" sz="3200" dirty="0"/>
              <a:t>Recall</a:t>
            </a:r>
            <a:br>
              <a:rPr lang="en-IN" sz="3200" dirty="0"/>
            </a:br>
            <a:r>
              <a:rPr lang="en-IN" sz="3200" dirty="0"/>
              <a:t>RMSE</a:t>
            </a:r>
          </a:p>
          <a:p>
            <a:r>
              <a:rPr lang="en-IN" sz="3200" dirty="0"/>
              <a:t>Question:</a:t>
            </a:r>
          </a:p>
          <a:p>
            <a:r>
              <a:rPr lang="en-IN" sz="3200" dirty="0"/>
              <a:t>Are recommendations useful?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29883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18CF2-1FD6-EA40-7FE9-78D0ADB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0CED6-2D24-D087-2C8C-4782A3E49372}"/>
              </a:ext>
            </a:extLst>
          </p:cNvPr>
          <p:cNvSpPr txBox="1"/>
          <p:nvPr/>
        </p:nvSpPr>
        <p:spPr>
          <a:xfrm>
            <a:off x="457199" y="0"/>
            <a:ext cx="10903975" cy="681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/>
              <a:t>Stage 6: Deployment</a:t>
            </a:r>
          </a:p>
          <a:p>
            <a:r>
              <a:rPr lang="en-IN" sz="2300" dirty="0"/>
              <a:t>After training:</a:t>
            </a:r>
          </a:p>
          <a:p>
            <a:r>
              <a:rPr lang="en-IN" sz="2300" dirty="0"/>
              <a:t>Save Model</a:t>
            </a:r>
            <a:br>
              <a:rPr lang="en-IN" sz="2300" dirty="0"/>
            </a:br>
            <a:r>
              <a:rPr lang="en-IN" sz="2300" dirty="0"/>
              <a:t>Upload to Server</a:t>
            </a:r>
            <a:br>
              <a:rPr lang="en-IN" sz="2300" dirty="0"/>
            </a:br>
            <a:r>
              <a:rPr lang="en-IN" sz="2300" dirty="0"/>
              <a:t>Connect with App</a:t>
            </a:r>
          </a:p>
          <a:p>
            <a:r>
              <a:rPr lang="en-IN" sz="2300" dirty="0"/>
              <a:t>Real-world flow:</a:t>
            </a:r>
          </a:p>
          <a:p>
            <a:r>
              <a:rPr lang="en-IN" sz="2300" dirty="0"/>
              <a:t>User Opens Netflix</a:t>
            </a:r>
            <a:br>
              <a:rPr lang="en-IN" sz="2300" dirty="0"/>
            </a:br>
            <a:r>
              <a:rPr lang="en-IN" sz="2300" dirty="0"/>
              <a:t>       ↓</a:t>
            </a:r>
            <a:br>
              <a:rPr lang="en-IN" sz="2300" dirty="0"/>
            </a:br>
            <a:r>
              <a:rPr lang="en-IN" sz="2300" dirty="0"/>
              <a:t>Request Sent</a:t>
            </a:r>
            <a:br>
              <a:rPr lang="en-IN" sz="2300" dirty="0"/>
            </a:br>
            <a:r>
              <a:rPr lang="en-IN" sz="2300" dirty="0"/>
              <a:t>       ↓</a:t>
            </a:r>
            <a:br>
              <a:rPr lang="en-IN" sz="2300" dirty="0"/>
            </a:br>
            <a:r>
              <a:rPr lang="en-IN" sz="2300" dirty="0"/>
              <a:t>Model Predicts</a:t>
            </a:r>
            <a:br>
              <a:rPr lang="en-IN" sz="2300" dirty="0"/>
            </a:br>
            <a:r>
              <a:rPr lang="en-IN" sz="2300" dirty="0"/>
              <a:t>       ↓</a:t>
            </a:r>
            <a:br>
              <a:rPr lang="en-IN" sz="2300" dirty="0"/>
            </a:br>
            <a:r>
              <a:rPr lang="en-IN" sz="2300" dirty="0"/>
              <a:t>Movies Recommended</a:t>
            </a:r>
          </a:p>
          <a:p>
            <a:r>
              <a:rPr lang="en-IN" sz="2300" b="1" dirty="0"/>
              <a:t>Stage 7: Monitoring</a:t>
            </a:r>
          </a:p>
          <a:p>
            <a:r>
              <a:rPr lang="en-IN" sz="2300" dirty="0"/>
              <a:t>After deployment:</a:t>
            </a:r>
          </a:p>
          <a:p>
            <a:r>
              <a:rPr lang="en-IN" sz="2300" dirty="0"/>
              <a:t>Collect New Data</a:t>
            </a:r>
            <a:br>
              <a:rPr lang="en-IN" sz="2300" dirty="0"/>
            </a:br>
            <a:r>
              <a:rPr lang="en-IN" sz="2300" dirty="0"/>
              <a:t>Retrain Model</a:t>
            </a:r>
            <a:br>
              <a:rPr lang="en-IN" sz="2300" dirty="0"/>
            </a:br>
            <a:r>
              <a:rPr lang="en-IN" sz="2300" dirty="0"/>
              <a:t>Improve Accuracy</a:t>
            </a:r>
          </a:p>
          <a:p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33609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200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 Sharda</dc:creator>
  <cp:lastModifiedBy>Isha Sharda</cp:lastModifiedBy>
  <cp:revision>1</cp:revision>
  <dcterms:created xsi:type="dcterms:W3CDTF">2026-06-25T15:34:42Z</dcterms:created>
  <dcterms:modified xsi:type="dcterms:W3CDTF">2026-06-25T15:39:07Z</dcterms:modified>
</cp:coreProperties>
</file>